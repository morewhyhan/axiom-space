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Intro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Detail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2026-06-09T20:37:11Z</dcterms:created>
  <dcterms:modified xsi:type="dcterms:W3CDTF">2026-06-09T20:37:11Z</dcterms:modified>
</cp:coreProperties>
</file>