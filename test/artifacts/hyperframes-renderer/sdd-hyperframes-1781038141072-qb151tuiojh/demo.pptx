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Intro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0" y="46634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1 / 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A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B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Detail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0" y="46634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2 / 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2026-06-09T20:51:36Z</dcterms:created>
  <dcterms:modified xsi:type="dcterms:W3CDTF">2026-06-09T20:51:36Z</dcterms:modified>
</cp:coreProperties>
</file>